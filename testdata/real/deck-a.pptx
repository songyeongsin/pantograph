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0DE59-BDF2-6A6D-939C-A6BB9D53E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45E5A0-3D0A-A559-209D-155D55EFF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D7188-0916-84C1-FB19-9482562A3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C61EB-BD17-A88C-884F-996E4DEC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C0E7FF-3A37-6A35-E6AE-CCFE7101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569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904A3-CC08-0381-2F2A-91183F12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F766A1-2B68-2B02-845A-19AC3CAB4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F5B9CD-275B-56CA-1F89-C103CF2F9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CA2C1-F5D4-6377-D982-E1B0C1E6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4030A-340A-AFB9-E77B-FD8A9DB6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6146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BEDDB-E7E1-2D20-7CE4-D317F032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E15EC5-1266-A7CF-B56F-3623F87E6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32C5BE-FA5E-FCB3-B42D-07BB83E79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74E69B-7597-01EF-136E-18D777E3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4BC03-168E-407D-E027-03E3D72E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9431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C19D1-E440-1F63-2450-BBA1BB4C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F48461-41D5-E923-C8A1-DA80C0181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FC6FB0-090A-4E3C-ECB1-E10B6A691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E86839-DDEB-D218-0173-6C7E2E16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687E4-645A-D871-690F-61185335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22FC01-959D-9D11-6A68-482DF2D44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167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E1C8F-6461-D8E4-6F58-83B043E5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E12393-11C9-196F-BCC5-4FA23B0FF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3EAE7B-01D4-05C1-B29F-8DF2AB1C6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50BF2F-C51F-63A8-0D88-CE12504DF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2F5DDC-9D91-4606-D05E-52067A80B3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87C618-F706-2E74-D61C-9053EB69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237CB6-F1C3-DEEE-16BE-979D16D46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6C20E3-40DC-46E5-2A4A-E626F662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336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B4728-D4E8-32A4-A9DC-C329873A9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A73D7E-8371-0F31-89F3-94C2A30E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9C9A3B-2726-138B-FEED-5BBA0A6D9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5433B2-90CD-A128-6C43-BDDD43A52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869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34E78A-3345-18CC-EEE3-AC54EC0E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FB2BF3-BDC0-B264-F71F-6A177F0E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B3CA5E-0D61-4674-7B6C-08A337F8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158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94DAD-D28D-54C7-F07B-EF67AB34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494F32-DBBF-61C1-6976-9A42E26FE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8FD18F-07E5-4DB0-5D32-F8D71A507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281F0D-7C8B-98DC-AEE9-84A6348C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485232-E74E-2049-ACFF-4BE89231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6C2D63-1DB8-A4F3-5BA3-1859E8BC1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5311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4701C-F117-B38E-DDE7-7E13C3B0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55C433-8113-F800-1466-AE1F06FEF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E224D8-19B0-CA3D-27A1-436CD6627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C8E132-7E43-E380-F787-BCC9A260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761244-D225-FC43-E836-7EB802FFC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2BAFED-D8A4-44BE-2DD9-18EAC217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8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B58F5-25E4-AA7D-2917-242AB5CF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482945-D140-23AB-F284-F2EB8196A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D7118-91F8-0BC2-128C-6CDEB3F6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6289A-87A9-87F1-4A99-AE80FE96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60F2F-954B-09BA-07FE-E7247F21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840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7199EC-9B0B-FFA9-BCB3-219E40D9C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C2A2E3-26BF-FE55-3255-DDCEBEB06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8177BC-FF9C-04F7-BB18-945740CC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9CF9F0-9564-2EF6-F7FC-87B5D953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2ECC6-B204-8D08-CD6A-771A8996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633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120313-CD45-58FE-0BA0-2599C3E8A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51A282-71C5-208E-CCC2-5598D921F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54355B-14A2-7E49-CF77-22B758AF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21118-2E33-1746-9985-973F71BF27EF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C8EEE-83D4-E7BD-E95D-630A3B4C1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EB4975-EFE3-C3BA-8A61-A02EF8683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4ABB5-A241-894C-85D4-284DF08F69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330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6E43BD8-F062-B3E7-95C0-B98FEC8D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표지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F194DF-DC4A-DEEA-93A7-E5A925433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5244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C4046B-DC57-16E6-F1E7-7C7EEB60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둘째 장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093F08D-6487-D3CA-6403-FC6C109C1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098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2D86C8-4CC4-6019-A25D-CEF109A80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셋째 장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AF2F9D2-4275-46BD-E91E-8F6086643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6822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Macintosh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표지</vt:lpstr>
      <vt:lpstr>둘째 장</vt:lpstr>
      <vt:lpstr>셋째 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송영신</dc:creator>
  <cp:lastModifiedBy>송영신</cp:lastModifiedBy>
  <cp:revision>2</cp:revision>
  <dcterms:created xsi:type="dcterms:W3CDTF">2026-08-08T06:55:19Z</dcterms:created>
  <dcterms:modified xsi:type="dcterms:W3CDTF">2026-08-08T06:57:49Z</dcterms:modified>
</cp:coreProperties>
</file>