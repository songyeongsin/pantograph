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40DE59-BDF2-6A6D-939C-A6BB9D53E5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545E5A0-3D0A-A559-209D-155D55EFFC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62D7188-0916-84C1-FB19-9482562A3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21118-2E33-1746-9985-973F71BF27EF}" type="datetimeFigureOut">
              <a:rPr kumimoji="1" lang="ko-KR" altLang="en-US" smtClean="0"/>
              <a:t>2026. 8. 8.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DC61EB-BD17-A88C-884F-996E4DECD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C0E7FF-3A37-6A35-E6AE-CCFE7101F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4ABB5-A241-894C-85D4-284DF08F69A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265694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F904A3-CC08-0381-2F2A-91183F12D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EF766A1-2B68-2B02-845A-19AC3CAB4D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2F5B9CD-275B-56CA-1F89-C103CF2F9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21118-2E33-1746-9985-973F71BF27EF}" type="datetimeFigureOut">
              <a:rPr kumimoji="1" lang="ko-KR" altLang="en-US" smtClean="0"/>
              <a:t>2026. 8. 8.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38CA2C1-F5D4-6377-D982-E1B0C1E65E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94030A-340A-AFB9-E77B-FD8A9DB68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4ABB5-A241-894C-85D4-284DF08F69A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361467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EBEDDB-E7E1-2D20-7CE4-D317F032E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CE15EC5-1266-A7CF-B56F-3623F87E68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132C5BE-FA5E-FCB3-B42D-07BB83E799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21118-2E33-1746-9985-973F71BF27EF}" type="datetimeFigureOut">
              <a:rPr kumimoji="1" lang="ko-KR" altLang="en-US" smtClean="0"/>
              <a:t>2026. 8. 8.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374E69B-7597-01EF-136E-18D777E37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294BC03-168E-407D-E027-03E3D72E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4ABB5-A241-894C-85D4-284DF08F69A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994315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BC19D1-E440-1F63-2450-BBA1BB4CC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F48461-41D5-E923-C8A1-DA80C01818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7FC6FB0-090A-4E3C-ECB1-E10B6A691E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E86839-DDEB-D218-0173-6C7E2E164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21118-2E33-1746-9985-973F71BF27EF}" type="datetimeFigureOut">
              <a:rPr kumimoji="1" lang="ko-KR" altLang="en-US" smtClean="0"/>
              <a:t>2026. 8. 8.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6687E4-645A-D871-690F-611853358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A22FC01-959D-9D11-6A68-482DF2D44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4ABB5-A241-894C-85D4-284DF08F69A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71167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6E1C8F-6461-D8E4-6F58-83B043E5C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1E12393-11C9-196F-BCC5-4FA23B0FF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23EAE7B-01D4-05C1-B29F-8DF2AB1C67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750BF2F-C51F-63A8-0D88-CE12504DF0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22F5DDC-9D91-4606-D05E-52067A80B3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687C618-F706-2E74-D61C-9053EB696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21118-2E33-1746-9985-973F71BF27EF}" type="datetimeFigureOut">
              <a:rPr kumimoji="1" lang="ko-KR" altLang="en-US" smtClean="0"/>
              <a:t>2026. 8. 8.</a:t>
            </a:fld>
            <a:endParaRPr kumimoji="1"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4237CB6-F1C3-DEEE-16BE-979D16D46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16C20E3-40DC-46E5-2A4A-E626F662A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4ABB5-A241-894C-85D4-284DF08F69A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7133600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1B4728-D4E8-32A4-A9DC-C329873A9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4A73D7E-8371-0F31-89F3-94C2A30E22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21118-2E33-1746-9985-973F71BF27EF}" type="datetimeFigureOut">
              <a:rPr kumimoji="1" lang="ko-KR" altLang="en-US" smtClean="0"/>
              <a:t>2026. 8. 8.</a:t>
            </a:fld>
            <a:endParaRPr kumimoji="1"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99C9A3B-2726-138B-FEED-5BBA0A6D9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65433B2-90CD-A128-6C43-BDDD43A52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4ABB5-A241-894C-85D4-284DF08F69A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658698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934E78A-3345-18CC-EEE3-AC54EC0EFA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21118-2E33-1746-9985-973F71BF27EF}" type="datetimeFigureOut">
              <a:rPr kumimoji="1" lang="ko-KR" altLang="en-US" smtClean="0"/>
              <a:t>2026. 8. 8.</a:t>
            </a:fld>
            <a:endParaRPr kumimoji="1"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2FB2BF3-BDC0-B264-F71F-6A177F0E6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B3CA5E-0D61-4674-7B6C-08A337F86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4ABB5-A241-894C-85D4-284DF08F69A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681587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C94DAD-D28D-54C7-F07B-EF67AB349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494F32-DBBF-61C1-6976-9A42E26FE4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8FD18F-07E5-4DB0-5D32-F8D71A507D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7281F0D-7C8B-98DC-AEE9-84A6348CA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21118-2E33-1746-9985-973F71BF27EF}" type="datetimeFigureOut">
              <a:rPr kumimoji="1" lang="ko-KR" altLang="en-US" smtClean="0"/>
              <a:t>2026. 8. 8.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6485232-E74E-2049-ACFF-4BE89231D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46C2D63-1DB8-A4F3-5BA3-1859E8BC1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4ABB5-A241-894C-85D4-284DF08F69A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805311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34701C-F117-B38E-DDE7-7E13C3B0B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255C433-8113-F800-1466-AE1F06FEF8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8E224D8-19B0-CA3D-27A1-436CD66277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1C8E132-7E43-E380-F787-BCC9A260A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21118-2E33-1746-9985-973F71BF27EF}" type="datetimeFigureOut">
              <a:rPr kumimoji="1" lang="ko-KR" altLang="en-US" smtClean="0"/>
              <a:t>2026. 8. 8.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D761244-D225-FC43-E836-7EB802FFC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2BAFED-D8A4-44BE-2DD9-18EAC217B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4ABB5-A241-894C-85D4-284DF08F69A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35825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9B58F5-25E4-AA7D-2917-242AB5CF4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C482945-D140-23AB-F284-F2EB8196A9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1D7118-91F8-0BC2-128C-6CDEB3F67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21118-2E33-1746-9985-973F71BF27EF}" type="datetimeFigureOut">
              <a:rPr kumimoji="1" lang="ko-KR" altLang="en-US" smtClean="0"/>
              <a:t>2026. 8. 8.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C66289A-87A9-87F1-4A99-AE80FE966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E60F2F-954B-09BA-07FE-E7247F214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4ABB5-A241-894C-85D4-284DF08F69A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1584095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77199EC-9B0B-FFA9-BCB3-219E40D9C7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8C2A2E3-26BF-FE55-3255-DDCEBEB065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8177BC-FF9C-04F7-BB18-945740CC25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21118-2E33-1746-9985-973F71BF27EF}" type="datetimeFigureOut">
              <a:rPr kumimoji="1" lang="ko-KR" altLang="en-US" smtClean="0"/>
              <a:t>2026. 8. 8.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29CF9F0-9564-2EF6-F7FC-87B5D953B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92ECC6-B204-8D08-CD6A-771A89960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4ABB5-A241-894C-85D4-284DF08F69A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0563388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D120313-CD45-58FE-0BA0-2599C3E8A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751A282-71C5-208E-CCC2-5598D921F7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54355B-14A2-7E49-CF77-22B758AF97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621118-2E33-1746-9985-973F71BF27EF}" type="datetimeFigureOut">
              <a:rPr kumimoji="1" lang="ko-KR" altLang="en-US" smtClean="0"/>
              <a:t>2026. 8. 8.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9C8EEE-83D4-E7BD-E95D-630A3B4C11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EB4975-EFE3-C3BA-8A61-A02EF8683B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74ABB5-A241-894C-85D4-284DF08F69A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373302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6E43BD8-F062-B3E7-95C0-B98FEC8D3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표지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66F194DF-DC4A-DEEA-93A7-E5A9254335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015244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2C4046B-DC57-16E6-F1E7-7C7EEB608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둘째 장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2093F08D-6487-D3CA-6403-FC6C109C1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5009831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342D86C8-4CC4-6019-A25D-CEF109A80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셋째 장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2AF2F9D2-4275-46BD-E91E-8F6086643E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8068228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</Words>
  <Application>Microsoft Macintosh PowerPoint</Application>
  <PresentationFormat>와이드스크린</PresentationFormat>
  <Paragraphs>3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표지</vt:lpstr>
      <vt:lpstr>둘째 장</vt:lpstr>
      <vt:lpstr>셋째 장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pantograph</dc:creator>
  <cp:lastModifiedBy>pantograph</cp:lastModifiedBy>
  <cp:revision>2</cp:revision>
  <dcterms:created xsi:type="dcterms:W3CDTF">2026-08-08T06:55:19Z</dcterms:created>
  <dcterms:modified xsi:type="dcterms:W3CDTF">2026-08-08T06:57:49Z</dcterms:modified>
</cp:coreProperties>
</file>