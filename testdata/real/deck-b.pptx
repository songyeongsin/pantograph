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70801-F830-EA78-6381-AAFC3D974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1BFC9F-056B-8BC7-3A39-B3CEBFF35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C03538-019C-870C-F7BA-BE73751D5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0F0AE7-600E-F43B-B663-BCC0607F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6254E-44D6-7FFB-B21E-9DCBD85C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981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76E31-3569-D087-6432-42CA0D888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703B2-F4F6-A165-5B1D-66BF9020E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6178EF-C298-B25B-B785-C484D7C7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E30D08-DA2D-13E4-6C7B-15E84921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52D42-7DBE-BD99-9617-3B94C40B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200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AF315-ABDD-5C5B-0AA8-B40F027D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F5980-19F0-F898-8A93-F3EC3E924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A003E-1BA6-61D4-5C71-07396041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85B43-325F-741F-6781-CAC785D2B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25D023-C3E6-7304-1390-DCBB1A38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473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BB0DF-6BDF-C062-55AE-D559C00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D54D1F-7281-545E-3405-82D79941E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27E2B2-6884-8C1F-2F76-D9437D2D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61DE7C-DFF4-5E5F-3579-2FBD9296D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3E5367-6C57-9B6A-BBA2-C32A9AFF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30F5F3-79B7-D553-C109-296F89F7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80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B2586-AFC8-84F9-B409-1DB2CBB5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D9CB26-A52A-6C31-8FD9-5B42867BB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1AF9A2-4A10-2B10-967C-35C08DB15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6F5A4F-DA88-CC45-613E-63E0754B6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92D5FD-C9D8-BC0F-F298-C64712BCBF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329543-E454-291F-AA31-FF4D53A9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BF9A11-691F-7BA2-461A-EE6B4C80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BBC800-D056-92C7-F23E-3ABC9D4D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878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6227D-6D0D-E5C4-F14B-E208985F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B9306A-FA12-93AC-7444-49624FA5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241315-F6EE-79F1-8F30-7A8F3BB9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07F0B4-EF45-D119-7C45-D06246D0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915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BA4BE8-CC80-C327-FCEB-5FCD6C2B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6F69AD-A7D0-D53E-F769-701FDB27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FD80C-E2AA-A12E-D74D-884A9FE2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416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C97C7-5F6F-FF88-F15B-B1BCE686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94A76B-93CC-3DD0-A588-87AA22179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9098F5-C280-BA4E-E057-6799B2825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40FAD-A3C2-EE6D-9990-8C4B363F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E5FEC1-67AF-28DC-0EE1-D9F76898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195454-F261-AB80-7D4B-08192504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660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9E43B-4250-7C3F-9785-D2CFA129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424668-8DC9-3114-1404-DD06993C9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4866D5-A57B-4C9E-5E39-ACE5014F3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F4FF5A-8E23-C708-EC61-53A04952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4E9702-EB76-F7F1-D92A-D097DC8E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95FA04-72AF-2A58-343C-8D6B484E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0663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324D4-4BD7-F4A4-F6E9-C40C52A0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F0F7A9-3C15-1763-95EB-CE8DFC7B6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746C6-059A-A12A-1A97-AD435F1D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1E2657-7E1B-992B-3350-1DCC19DE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97DDC8-23A0-1383-A5A6-F3DF2416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008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EF4977-461B-CC2F-9452-2DAB13771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1A593E-1A39-DB2C-2F1B-DFCA6A340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FA1A9-7887-F3E7-43D4-27D45A9D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1F465D-525F-1040-073C-0074CE19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1E5A-027E-E979-9036-3C3A7CA7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101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D491BA-229E-F25E-B2F2-FE4A2674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89D50E-5DF6-A52C-35B4-23ADC88AD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D5603-2A6F-7A69-FE90-FE184775B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BF061-2D03-1B43-BA51-D4FCDEFAED5A}" type="datetimeFigureOut">
              <a:rPr kumimoji="1" lang="ko-KR" altLang="en-US" smtClean="0"/>
              <a:t>2026. 8. 8.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4AF2-DB3B-CE08-80F4-7E3F8F2AB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22B79-A359-6169-99D7-3A82BEAC8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C19CD-A40D-954F-80D4-4828F1EE1B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844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318BBC4-FF70-2701-3998-D6D6A530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겉표지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F1672F-8FE6-F2ED-A416-349421A6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208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A515B8-41ED-E467-EB89-25DC333E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두번째쪽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D69824-41B6-56E0-C412-D064E7F98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251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1922766-6371-77AA-977B-12909B7A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마지막쪽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BD0865D-4F09-CB6A-AFBA-C21265772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162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겉표지</vt:lpstr>
      <vt:lpstr>두번째쪽</vt:lpstr>
      <vt:lpstr>마지막쪽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pantograph</dc:creator>
  <cp:lastModifiedBy>pantograph</cp:lastModifiedBy>
  <cp:revision>3</cp:revision>
  <dcterms:created xsi:type="dcterms:W3CDTF">2026-08-08T10:45:50Z</dcterms:created>
  <dcterms:modified xsi:type="dcterms:W3CDTF">2026-08-08T10:45:56Z</dcterms:modified>
</cp:coreProperties>
</file>